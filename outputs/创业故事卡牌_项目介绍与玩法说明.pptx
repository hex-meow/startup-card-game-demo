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7ea83477e4e43" /><Relationship Type="http://schemas.openxmlformats.org/officeDocument/2006/relationships/extended-properties" Target="/docProps/app.xml" Id="R9c772a2dc43b4052" /><Relationship Type="http://schemas.openxmlformats.org/officeDocument/2006/relationships/officeDocument" Target="/ppt/presentation.xml" Id="Rf4b0e04192a8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ac9db31804a69"/>
  </p:sldMasterIdLst>
  <p:notesMasterIdLst>
    <p:notesMasterId xmlns:r="http://schemas.openxmlformats.org/officeDocument/2006/relationships" r:id="R678b939e59064000"/>
  </p:notesMasterIdLst>
  <p:sldIdLst>
    <p:sldId xmlns:r="http://schemas.openxmlformats.org/officeDocument/2006/relationships" id="256" r:id="R84ff336d18b74c44"/>
    <p:sldId xmlns:r="http://schemas.openxmlformats.org/officeDocument/2006/relationships" id="257" r:id="R9d2679efc9ec41c9"/>
    <p:sldId xmlns:r="http://schemas.openxmlformats.org/officeDocument/2006/relationships" id="258" r:id="Re3d9aa3ed7514a64"/>
    <p:sldId xmlns:r="http://schemas.openxmlformats.org/officeDocument/2006/relationships" id="259" r:id="Rae6ccebc212247b0"/>
    <p:sldId xmlns:r="http://schemas.openxmlformats.org/officeDocument/2006/relationships" id="260" r:id="Re4079edb12244e83"/>
    <p:sldId xmlns:r="http://schemas.openxmlformats.org/officeDocument/2006/relationships" id="261" r:id="R66e89c8e877b4b9b"/>
    <p:sldId xmlns:r="http://schemas.openxmlformats.org/officeDocument/2006/relationships" id="262" r:id="Rb8ea75573b664d82"/>
    <p:sldId xmlns:r="http://schemas.openxmlformats.org/officeDocument/2006/relationships" id="263" r:id="R5173d4228d1a46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2f688b10840e2" /><Relationship Type="http://schemas.openxmlformats.org/officeDocument/2006/relationships/slideMaster" Target="/ppt/slideMasters/slideMaster1.xml" Id="R704ac9db31804a69" /><Relationship Type="http://schemas.openxmlformats.org/officeDocument/2006/relationships/notesMaster" Target="/ppt/notesMasters/notesMaster1.xml" Id="R678b939e59064000" /><Relationship Type="http://schemas.openxmlformats.org/officeDocument/2006/relationships/presProps" Target="/ppt/presProps.xml" Id="Rcae91b1036934bb5" /><Relationship Type="http://schemas.openxmlformats.org/officeDocument/2006/relationships/tableStyles" Target="/ppt/tableStyles.xml" Id="Re790e58032674f3c" /><Relationship Type="http://schemas.openxmlformats.org/officeDocument/2006/relationships/slide" Target="/ppt/slides/slide1.xml" Id="R84ff336d18b74c44" /><Relationship Type="http://schemas.openxmlformats.org/officeDocument/2006/relationships/slide" Target="/ppt/slides/slide2.xml" Id="R9d2679efc9ec41c9" /><Relationship Type="http://schemas.openxmlformats.org/officeDocument/2006/relationships/slide" Target="/ppt/slides/slide3.xml" Id="Re3d9aa3ed7514a64" /><Relationship Type="http://schemas.openxmlformats.org/officeDocument/2006/relationships/slide" Target="/ppt/slides/slide4.xml" Id="Rae6ccebc212247b0" /><Relationship Type="http://schemas.openxmlformats.org/officeDocument/2006/relationships/slide" Target="/ppt/slides/slide5.xml" Id="Re4079edb12244e83" /><Relationship Type="http://schemas.openxmlformats.org/officeDocument/2006/relationships/slide" Target="/ppt/slides/slide6.xml" Id="R66e89c8e877b4b9b" /><Relationship Type="http://schemas.openxmlformats.org/officeDocument/2006/relationships/slide" Target="/ppt/slides/slide7.xml" Id="Rb8ea75573b664d82" /><Relationship Type="http://schemas.openxmlformats.org/officeDocument/2006/relationships/slide" Target="/ppt/slides/slide8.xml" Id="R5173d4228d1a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905ec3b0b45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362a7fc4147c1" /><Relationship Type="http://schemas.openxmlformats.org/officeDocument/2006/relationships/notesMaster" Target="/ppt/notesMasters/notesMaster1.xml" Id="R78ecbbedaaab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053eafde74646" /><Relationship Type="http://schemas.openxmlformats.org/officeDocument/2006/relationships/notesMaster" Target="/ppt/notesMasters/notesMaster1.xml" Id="R0cc2ddcad7a4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efe27499f44e2" /><Relationship Type="http://schemas.openxmlformats.org/officeDocument/2006/relationships/notesMaster" Target="/ppt/notesMasters/notesMaster1.xml" Id="R3f111833c214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dc9afcd8a349cf" /><Relationship Type="http://schemas.openxmlformats.org/officeDocument/2006/relationships/notesMaster" Target="/ppt/notesMasters/notesMaster1.xml" Id="R4e73cadcccbb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3ecbec8b34e1d" /><Relationship Type="http://schemas.openxmlformats.org/officeDocument/2006/relationships/notesMaster" Target="/ppt/notesMasters/notesMaster1.xml" Id="R017b3ed06329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2ac73361747ba" /><Relationship Type="http://schemas.openxmlformats.org/officeDocument/2006/relationships/notesMaster" Target="/ppt/notesMasters/notesMaster1.xml" Id="Rd6f36e89b423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d393149fd94993" /><Relationship Type="http://schemas.openxmlformats.org/officeDocument/2006/relationships/notesMaster" Target="/ppt/notesMasters/notesMaster1.xml" Id="R1c7ca29f3179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5d7ccee6fc479b" /><Relationship Type="http://schemas.openxmlformats.org/officeDocument/2006/relationships/notesMaster" Target="/ppt/notesMasters/notesMaster1.xml" Id="R9761ebe4a13c4d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afe9e8c7e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51e5ad687f47b7" /><Relationship Type="http://schemas.openxmlformats.org/officeDocument/2006/relationships/slideLayout" Target="/ppt/slideLayouts/slideLayout1.xml" Id="Re24d78d9e66d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d78d9e66d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abb706a945d5" /><Relationship Type="http://schemas.openxmlformats.org/officeDocument/2006/relationships/notesSlide" Target="/ppt/notesSlides/notesSlide1.xml" Id="R8dda52d027d34d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df49429674ae3" /><Relationship Type="http://schemas.openxmlformats.org/officeDocument/2006/relationships/notesSlide" Target="/ppt/notesSlides/notesSlide2.xml" Id="R85f158fec369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f6efc0f8e43cd" /><Relationship Type="http://schemas.openxmlformats.org/officeDocument/2006/relationships/notesSlide" Target="/ppt/notesSlides/notesSlide3.xml" Id="R200345aa04204e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4bc56a8143e3" /><Relationship Type="http://schemas.openxmlformats.org/officeDocument/2006/relationships/notesSlide" Target="/ppt/notesSlides/notesSlide4.xml" Id="R3cb3048a4534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f6c981ea4d4e" /><Relationship Type="http://schemas.openxmlformats.org/officeDocument/2006/relationships/notesSlide" Target="/ppt/notesSlides/notesSlide5.xml" Id="R4acfb02ed96a43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d48f027fd4c12" /><Relationship Type="http://schemas.openxmlformats.org/officeDocument/2006/relationships/notesSlide" Target="/ppt/notesSlides/notesSlide6.xml" Id="R8bc4f5e8d63248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c105440674413" /><Relationship Type="http://schemas.openxmlformats.org/officeDocument/2006/relationships/notesSlide" Target="/ppt/notesSlides/notesSlide7.xml" Id="Rf1f4c33649664a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bb68743247a6" /><Relationship Type="http://schemas.openxmlformats.org/officeDocument/2006/relationships/notesSlide" Target="/ppt/notesSlides/notesSlide8.xml" Id="Rd7659d261f7542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333D5-1F46-474B-9CDD-D961362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4E71A-23BA-4F96-B113-4EC8E0B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项目介绍与玩法说明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EAAF1-19D7-4D72-A625-2A57959C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22236-6F4F-4466-8CEB-35D5457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用卡牌对战表达从立项、构筑、阶段交付到最终发售的创业全过程。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C2D19-8D3F-4B22-BB21-8C795D5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47700"/>
            <a:ext cx="4495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E8E66-DFC4-4CC8-BC6F-B9ABF23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23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A16C8-A304-4543-B009-A70F18E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23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ADB09-2148-409D-AE20-FD9AD31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80CAA-7134-4BAB-9785-720E989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78E3-D133-4856-96C4-56B1243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发售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94DCF-9C42-4D06-8BD8-9D5C2A2D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27923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99384-84E0-4F26-BF56-9EB1485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74398-A6F8-4799-82A9-33DA132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这个原型把创业过程拆成可玩的资源决策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E4C83-E68C-4B17-AC59-D5DF923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D5B5B-BB07-4398-8ABB-0A49D04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BB322-88FC-41FB-93B0-A0593D9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玩家做什么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8C375-E040-4656-B922-99464CF5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971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选择路线、配置起点、打出卡牌、处理事件、买卡成长，最终完成发售。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47B2E-2679-40B0-A5EE-E5A01AEB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9A67C-1C63-4FFB-B64E-0DBC0D9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系统表达什么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3533B-A30D-4DF3-B8E8-39632561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971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时间是血量，资金是成长资源，敌人血条是阶段核心工作，事件是外部环境。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05C84-8401-4CFE-A8B5-C1C571AE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D4896-C09D-4EF3-9B66-D6B3F65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内容有什么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6DC68-ADF4-4653-901F-104482D9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971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三条通用创业赛道，加一条基于 2007 年真实时间线的初代 iPhone 故事线。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25EFD-A1F5-44CE-ACD1-E22788B5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32639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1B8FA-75AA-4DC2-810A-A703EEE9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ED339-0B76-4147-86A0-34DC7DEA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完整循环由路线选择、阶段对战和局外成长组成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55A02-B251-46D3-A850-66EAB5E1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F3F29-0035-45E9-9979-A8702D1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DB8E5-B939-4A69-A899-9B46EAE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5FD05-7052-4CC3-B119-5754EC0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A1C9D-A509-462C-8AAA-C323C28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通用赛道或初代 iPhone 真实故事线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7C63-437B-4A71-AA7F-46A5665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812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80824-862B-4051-B701-84DBAB42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DF69A-6A88-48D5-ABE0-29672880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A71C5-B631-4C3E-8CEB-922675E6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画像影响初始时间、资金和难度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0981-9966-47EE-B15F-0BEA3868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9AA66-A3DE-4BC1-9281-478A3BC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33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86AC7-3FDF-47AE-9E5B-793168B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进关卡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C8659-17D0-44F0-AC12-D3AEA0C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每关代表一个核心工作目标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E3773-A162-4A10-BEC1-08D0CD12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8237B-FE4C-446C-883A-EA47481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8BCB2-5F83-43DB-80C8-5C88C3E1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打对战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4EC6C-1A58-4934-BB30-793CC1E9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718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在回合限制内清空敌人血条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C2B37-5665-4FE1-8D86-05DD77C2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A7460-37CF-4C58-96E8-2C768A1F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18C98-80D0-4942-9092-3FA9467E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拿成长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7714B-CCF2-49C4-923B-8635AA3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奖励、事件、商店、重组选牌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1ACD8-C505-41BF-B82A-C117ACD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核心循环：阶段胜利后，牌库与事件会持续改变下一关的风险和打法。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F2057-09D7-482C-BB59-A8A2AD21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8885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85153-1696-43E1-A2F1-974F781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792AB-3701-41B4-A374-8A3E9DE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普通创业线先定义人群，再进入初始牌库构筑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B089F-93EB-4B7B-8029-A8A696F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11D82-0B19-4048-AA29-AA46FE7B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1E985-9623-4843-BD31-5A20018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银发健康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F2F71-8B5D-4F6B-9943-6840D1D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照护、康复、慢病管理与家庭协同。适合表达高频刚需和渠道协作。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F9B2-65FF-4239-9382-D737C74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CBF37-D6AE-4F13-BF1F-821E084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AI效率工具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E52F0-7BC3-4E84-BD64-F7F1121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0325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面向企业、创作者与专业岗位的流程提效。强调效率、预算和技术门槛。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668C0-3C0E-4F65-A9E3-15E103D0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653F2-8734-4781-9588-D330F29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绿色消费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7C7E-A007-4DF0-8B30-2790801C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0325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可持续材料、低碳生活方式与新渠道消费。关注供应、品牌和渠道扩散。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DED14-F0B5-4F43-B9FA-B8E0E78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46B4F-9CAE-425E-A3ED-F4580F6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画像选择：核心人群 3 个 + 机会人群 3 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F467A-318B-48CA-8CED-EF89EC7E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05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影响初始时间、资金和难度；随后从 20 张创业要素牌中选择 8 张初始牌。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C1F5B-EFAD-42B3-9575-FF977E7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6012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98694-8FC3-460F-9C12-E6756255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A68F7-9738-46E3-B76D-DF6A8943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初代 iPhone 线按 2007 年真实节点推进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26502-6251-48B9-87E8-DC48D7AD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4918-9372-4A15-AC81-4FB025FF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7D30C-3B67-4CF6-A6C0-05D88481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D1C85-27FD-4575-A020-D99FEE14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Purple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2344-87E5-473F-A683-AEE9F167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多点触控方向决策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CD8B1-211A-44A9-8E5B-B75A22A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FD259-E8A7-49C4-828E-2F14601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28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AB2D-828B-4F1A-8596-E0D461D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AT&amp;T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698A7-401B-40E5-A618-E748A30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运营商控制权谈判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7876F-2DCE-41AC-8986-F15D6F1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BC1CA-5EF8-4732-B234-99BBB59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793F7-6FF2-4B6E-8ACC-FF00A69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OS 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789A8-8A37-4A40-AC46-3AB5874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触控系统移植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F2834-F989-49B5-9448-82F9DC1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764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53377-C465-434A-8258-7CFAABC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D754A-ABFF-44CC-A078-5F30ED1E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Macworld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CE274-1A52-4D35-83DE-E60CB78D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2007-01-09 发布演示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C8D02-0FBF-4FC3-81EA-059E0F6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81C9C-A8F6-4A73-A53C-EEF98A6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28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84C49-E54A-433B-B5E2-1CB95A3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Launch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21555-BF49-49C2-AA5F-CA34BDA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2007-06-29 发售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C1851-0CEF-447B-B8BB-8A70743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关卡间事件也切换为真实时间线：Cisco 商标、FCC 批准、WWDC Web App、玻璃与续航、首发排队。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BC685-0BDF-4510-A044-E8FE857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306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5471F-940A-4A72-BBC6-48E6145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4095-EEC1-4726-B5D4-9608F507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对战用清晰数值把创业压力变成回合决策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0F84E-21E9-469E-9AFC-C11A88E7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A842-FC90-495B-9048-9F23A0F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B40C6-A5D4-4296-B3DE-9076599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玩家时间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CBBE8-8485-4E3F-940E-0C422D3B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玩家血量。敌人攻击会扣减时间，归零失败。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B3A7C-0551-4B11-B727-044A6D3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2FF2F-7239-45B2-A796-920D75FC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621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资金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B417E-D10A-4710-BDEC-8A84468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0325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打出部分卡牌、商店买牌和路线成长的资源。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76FB8-442B-411C-BB0F-5FAC296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4A5EE-C9E0-4744-AFA0-4EFCE7EB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621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敌人血条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11944-6BCE-432F-B307-A3024E5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阶段核心工作剩余量。清空即完成该阶段。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99338-A020-4B11-AAE3-FAC19A6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5354A-DA60-4368-B000-B15E8EE3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621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回合限制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05467-6FC5-4798-8A0A-00824F8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0325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在规定回合内完成，否则项目超期失败。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E2906-8471-462E-A154-3E51FE0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C177D-1F49-4CC9-A2F7-67E7924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常用战斗状态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978B1-28D0-4018-AB73-EFDFAED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时间缓冲抵消伤害；推进加成提高后续输出；阻力抵消推进；压力提高敌人后续攻击。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91C71-89AF-44EB-A9A1-6497DF13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08892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2905A-87A6-4F31-B9C1-0BBA154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8CC9E-C6EC-49C7-959B-3B69A5B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关卡胜利后进入奖励、事件、商店和重组选牌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F4498-3139-4559-85E1-97F2478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5E6EB-3CB4-4281-BA37-E96AD5F6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DC622-0820-43F1-A620-37E44BFE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6BDB0-04DE-405A-AB71-043C52B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阶段说明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3FD95-C5AB-4D69-9B16-77DEBADD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展示完成结果和现实进度说明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33C6-2955-4E20-9F0B-DEA01A4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33625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6C04E-85E0-4BA1-B67B-8B35D8C7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00CD6-4CB5-44A8-BFBC-BA725E37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28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奖励三选一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6CAD0-CD7C-415A-B5C5-BE8EF11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前 6 关每关 3 张独特卡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1A2DD-51C3-4E4B-A24D-F46CE89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C6154-DD59-4F83-8564-EC41B6E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817E-33B9-408B-BF34-F99621C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28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关卡间事件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037F6-00EA-49F1-A287-415F9F7D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242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正负效果转成常驻影响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D53A2-F625-4CDB-A1A7-6C4CDAC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36F88-CB81-4286-9E1E-6A0673D8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8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4CD91-FCA6-4EB5-B560-2616683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28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卡牌商店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8DBAE-69CB-4A54-92F2-0CFFEE6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242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消耗资金购买新基础卡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D5D50-56C1-4A81-84DE-93864E4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4C523-B13F-4A76-B767-884E7F36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36830-06EE-4838-A93C-DBBF93D6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28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重组选牌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D3F54-1E38-4240-A95A-5A0777E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242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每关上限 +1，至少 8 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2DB5F-3750-4859-85E2-3C8BA632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45418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4DB99-2CA9-412B-BA41-81913AE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创业故事卡牌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D03B-3F71-4752-897D-4A822E4A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内容编辑器让关卡、事件和卡牌可以手动调参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6C9CD-2872-45E4-9C60-705A17B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88E61-2C9C-4B97-916F-495FF5B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22E33-5FBB-4D93-8B6E-AE3C8A2C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可改关卡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7F114-B45B-48E8-A40A-C15B4BE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971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名称、敌人、血量、攻击、回合数、奖励资金、恢复时间和简介。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393D8-9D2B-4597-8172-AD3192E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E63C-E0B7-4694-915A-9D8D1CB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可改事件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50EEB-1066-4F8B-A503-3356AAA4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971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事件名称、正面效果、负面效果和常驻数值。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F95DC-A0CD-4665-B938-20161B2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08020-547A-41D3-B5D6-3C9215F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可改卡牌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37677-F316-4DB4-801A-016EF0E3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971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名称、类型、费用、商店价格和描述；卡牌逻辑暂时固定。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1F3C0-4CA5-45C4-8240-98886EA6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当前交付文件：index.html、styles.css、app.js、Markdown说明、Word说明、PPT说明。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4A405-16B1-4A54-A0BD-30E975F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453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2026-07-02T13:43:30.9940000Z</dcterms:created>
  <dcterms:modified xsi:type="dcterms:W3CDTF">2026-07-02T13:43:30.9940000Z</dcterms:modified>
</coreProperties>
</file>